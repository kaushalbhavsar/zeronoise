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ZERONOISE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EF7"/>
                </a:solidFill>
                <a:latin typeface="Calibri"/>
              </a:rPr>
              <a:t>AI-driven, risk-based
SOC incident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A4BB"/>
                </a:solidFill>
                <a:latin typeface="Calibri"/>
              </a:rPr>
              <a:t>Stop ranking work by vendor severity and raw alert volume.
Context, correlation, attack progression, and business impact outweigh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4BB"/>
                </a:solidFill>
                <a:latin typeface="Calibri"/>
              </a:rPr>
              <a:t>From README · Demo deck · Offline / deterministic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3A4B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7"/>
                </a:solidFill>
                <a:latin typeface="Calibri"/>
              </a:rPr>
              <a:t>Severity × volume gets triage wrong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384048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8A8A"/>
                </a:solidFill>
                <a:latin typeface="Calibri"/>
              </a:rPr>
              <a:t>Noisy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8EEF7"/>
                </a:solidFill>
                <a:latin typeface="Calibri"/>
              </a:rPr>
              <a:t>•  Hundreds of Critical WAF/IDS alerts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EF7"/>
                </a:solidFill>
                <a:latin typeface="Calibri"/>
              </a:rPr>
              <a:t>•  Sandbox host, public data, crit-1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EF7"/>
                </a:solidFill>
                <a:latin typeface="Calibri"/>
              </a:rPr>
              <a:t>•  High false-positive rule (FPR 0.85)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EF7"/>
                </a:solidFill>
                <a:latin typeface="Calibri"/>
              </a:rPr>
              <a:t>•  Looks urgent in a legacy SIEM queue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212080" cy="384048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EE0A8"/>
                </a:solidFill>
                <a:latin typeface="Calibri"/>
              </a:rPr>
              <a:t>Quiet real breach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8EEF7"/>
                </a:solidFill>
                <a:latin typeface="Calibri"/>
              </a:rPr>
              <a:t>•  A handful of Medium alerts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EF7"/>
                </a:solidFill>
                <a:latin typeface="Calibri"/>
              </a:rPr>
              <a:t>•  Walks the ATT&amp;CK kill chain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EF7"/>
                </a:solidFill>
                <a:latin typeface="Calibri"/>
              </a:rPr>
              <a:t>•  Hits crown-jewel / production assets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EF7"/>
                </a:solidFill>
                <a:latin typeface="Calibri"/>
              </a:rPr>
              <a:t>•  Buried under Critical volume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3A4BB"/>
                </a:solidFill>
                <a:latin typeface="Calibri"/>
              </a:rPr>
              <a:t>WHAT IT PROVES · SEED 42 · ~300 ALERTS / 24H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7"/>
                </a:solidFill>
                <a:latin typeface="Calibri"/>
              </a:rPr>
              <a:t>Same alerts. Different triage.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468879" cy="64008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3A4BB"/>
                </a:solidFill>
                <a:latin typeface="Calibri"/>
              </a:rPr>
              <a:t>Queue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73736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9019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3A4BB"/>
                </a:solidFill>
                <a:latin typeface="Calibri"/>
              </a:rPr>
              <a:t>Rank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3A4BB"/>
                </a:solidFill>
                <a:latin typeface="Calibri"/>
              </a:rPr>
              <a:t>Rank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1737360"/>
            <a:ext cx="2468879" cy="64008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19019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3A4BB"/>
                </a:solidFill>
                <a:latin typeface="Calibri"/>
              </a:rPr>
              <a:t>WAF sandbox (120 Critical)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14600"/>
            <a:ext cx="2468879" cy="128016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Calibri"/>
              </a:rPr>
              <a:t>Legacy SIEM
(severity × volume)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514600"/>
            <a:ext cx="3017520" cy="128016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743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Calibri"/>
              </a:rPr>
              <a:t>Scanner on
dev-sandbox-04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514600"/>
            <a:ext cx="3017520" cy="128016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743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Calibri"/>
              </a:rPr>
              <a:t>Ransomware staging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2514600"/>
            <a:ext cx="2468879" cy="128016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A8A"/>
                </a:solidFill>
                <a:latin typeface="Calibri"/>
              </a:rPr>
              <a:t>#1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2468879" cy="128016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Calibri"/>
              </a:rPr>
              <a:t>ZeroNoise
(risk-based)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3931920"/>
            <a:ext cx="3017520" cy="128016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160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Calibri"/>
              </a:rPr>
              <a:t>6-stage Impact on
wrk-corp-14 (88.3)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931920"/>
            <a:ext cx="3017520" cy="128016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160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Calibri"/>
              </a:rPr>
              <a:t>Crown-jewel exfil
(80.8)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3931920"/>
            <a:ext cx="2468879" cy="128016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4160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EE0A8"/>
                </a:solidFill>
                <a:latin typeface="Calibri"/>
              </a:rPr>
              <a:t>#3 (30.9)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4BB"/>
                </a:solidFill>
                <a:latin typeface="Calibri"/>
              </a:rPr>
              <a:t>Ranks come from RawRisk = B × K × C (ZN-RISK-1.0) — not scenario_id.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3A4BB"/>
                </a:solidFill>
                <a:latin typeface="Calibri"/>
              </a:rPr>
              <a:t>PRODUCT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7"/>
                </a:solidFill>
                <a:latin typeface="Calibri"/>
              </a:rPr>
              <a:t>Raw alerts are noisy. Incidents are the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E8EEF7"/>
                </a:solidFill>
                <a:latin typeface="Calibri"/>
              </a:rPr>
              <a:t>•  Deduplicate and correlate alerts into analyst-relevant incidents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EF7"/>
                </a:solidFill>
                <a:latin typeface="Calibri"/>
              </a:rPr>
              <a:t>•  Score by fidelity (B), kill-chain progression (K), and blast radius (C)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EF7"/>
                </a:solidFill>
                <a:latin typeface="Calibri"/>
              </a:rPr>
              <a:t>•  Surface rank movement vs legacy SIEM (↑ / ↓)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EF7"/>
                </a:solidFill>
                <a:latin typeface="Calibri"/>
              </a:rPr>
              <a:t>•  Show alert compression (e.g. 120 → 3) without implying low risk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EF7"/>
                </a:solidFill>
                <a:latin typeface="Calibri"/>
              </a:rPr>
              <a:t>•  Explain every rank from incident facts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3A4BB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7"/>
                </a:solidFill>
                <a:latin typeface="Calibri"/>
              </a:rPr>
              <a:t>Deterministic offline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1783080" cy="237744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240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1. 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9260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Calibri"/>
              </a:rPr>
              <a:t>JSONL alerts
+ CMDB + IAM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3A4BB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011680"/>
            <a:ext cx="1783080" cy="237744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2240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2. Normalize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9260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Calibri"/>
              </a:rPr>
              <a:t>Enrich &amp;
deduplicate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3A4BB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011680"/>
            <a:ext cx="1783080" cy="237744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240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3. Correlate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9260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Calibri"/>
              </a:rPr>
              <a:t>Entity + time
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3A4BB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011680"/>
            <a:ext cx="1783080" cy="237744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240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4.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9260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Calibri"/>
              </a:rPr>
              <a:t>B × K × C
ZN-RISK-1.0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3A4BB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2011680"/>
            <a:ext cx="1783080" cy="237744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2240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5. 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9260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Calibri"/>
              </a:rPr>
              <a:t>Cards &amp;
rank delta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3A4BB"/>
                </a:solidFill>
                <a:latin typeface="Calib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2011680"/>
            <a:ext cx="1783080" cy="237744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13848" y="2240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6. Console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3848" y="29260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Calibri"/>
              </a:rPr>
              <a:t>Streamlit
SOC workspaces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3A4BB"/>
                </a:solidFill>
                <a:latin typeface="Calibri"/>
              </a:rPr>
              <a:t>Logic lives in engine/risk_scorer.py. Parameters live in config/risk-model.yaml.
scenario_id grades the demo only — the correlator and scorer never read it.
LLM (optional) may rewrite prose only; it cannot change scores or ranks.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3A4BB"/>
                </a:solidFill>
                <a:latin typeface="Calibri"/>
              </a:rPr>
              <a:t>RISK MODEL · ZN-RISK-1.0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7"/>
                </a:solidFill>
                <a:latin typeface="Calibri"/>
              </a:rPr>
              <a:t>RawRisk = B × K ×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Calibri"/>
              </a:rPr>
              <a:t>B · Fidelity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7"/>
                </a:solidFill>
                <a:latin typeface="Calibri"/>
              </a:rPr>
              <a:t>Severity × confidence × FP dampening
Unique (rule, tactic) only
Log volume — not alert spam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Calibri"/>
              </a:rPr>
              <a:t>K · Progression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5146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7"/>
                </a:solidFill>
                <a:latin typeface="Calibri"/>
              </a:rPr>
              <a:t>Extra ATT&amp;CK stages
Extra sensors
Exfil / Impact completion bonus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7373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1965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Calibri"/>
              </a:rPr>
              <a:t>C · Blast radius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5146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7"/>
                </a:solidFill>
                <a:latin typeface="Calibri"/>
              </a:rPr>
              <a:t>Highest-risk asset (env/data/crit)
Highest-risk identity privilege
Business context, not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3A4BB"/>
                </a:solidFill>
                <a:latin typeface="Calibri"/>
              </a:rPr>
              <a:t>risk_score = 100 × (1 − exp(−RawRisk / 45))
Scored on correlated incidents — never on raw SIEM rows.
Expert-defined prototype parameters · not machine-learned · not production-calibrated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3A4BB"/>
                </a:solidFill>
                <a:latin typeface="Calibri"/>
              </a:rPr>
              <a:t>MANDATORY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7"/>
                </a:solidFill>
                <a:latin typeface="Calibri"/>
              </a:rPr>
              <a:t>Three stories every demo must show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D27A"/>
                </a:solidFill>
                <a:latin typeface="Calibri"/>
              </a:rPr>
              <a:t>A  Quiet crown jewel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7"/>
                </a:solidFill>
                <a:latin typeface="Calibri"/>
              </a:rPr>
              <a:t>4 Medium · ~90 min
VPN → creds → pivot → exfil
prd-billing-db-01
Risk #2 · legacy buried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EE0A8"/>
                </a:solidFill>
                <a:latin typeface="Calibri"/>
              </a:rPr>
              <a:t>B  Ransomware staging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7432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7"/>
                </a:solidFill>
                <a:latin typeface="Calibri"/>
              </a:rPr>
              <a:t>6 Medium/High
Phish → LSASS → shadow-copy
wrk-corp-14
Risk #1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73736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1965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A8A"/>
                </a:solidFill>
                <a:latin typeface="Calibri"/>
              </a:rPr>
              <a:t>C  Noisy WAF flood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7432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7"/>
                </a:solidFill>
                <a:latin typeface="Calibri"/>
              </a:rPr>
              <a:t>120 Critical
CVE-2024-21762 on sandbox
dev-sandbox-04
Legacy #1 · Risk #3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3A4BB"/>
                </a:solidFill>
                <a:latin typeface="Calibri"/>
              </a:rPr>
              <a:t>ANALYST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7"/>
                </a:solidFill>
                <a:latin typeface="Calibri"/>
              </a:rPr>
              <a:t>Dense SOC queue + case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8EEF7"/>
                </a:solidFill>
                <a:latin typeface="Calibri"/>
              </a:rPr>
              <a:t>•  Incident strips: PRI · RISK · RANK Δ · incident · asset · stage · age · sensors · alerts · status · owner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EF7"/>
                </a:solidFill>
                <a:latin typeface="Calibri"/>
              </a:rPr>
              <a:t>•  Scan 10–15 incidents without scrolling; click a strip to open the case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EF7"/>
                </a:solidFill>
                <a:latin typeface="Calibri"/>
              </a:rPr>
              <a:t>•  Toggle ZeroNoise vs Legacy SIEM ranking on the same board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EF7"/>
                </a:solidFill>
                <a:latin typeface="Calibri"/>
              </a:rPr>
              <a:t>•  Three workspaces: Security overview · Incident queue · Detection intelligence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EF7"/>
                </a:solidFill>
                <a:latin typeface="Calibri"/>
              </a:rPr>
              <a:t>•  OpenSIEM Lite foil (python legacy_siem/app.py) shows severity × volume on the same JSONL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EF7"/>
                </a:solidFill>
                <a:latin typeface="Calibri"/>
              </a:rPr>
              <a:t>•  Export decision-first Markdown/PDF; presentation mode masks identifiers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3A4BB"/>
                </a:solidFill>
                <a:latin typeface="Calibri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7"/>
                </a:solidFill>
                <a:latin typeface="Calibri"/>
              </a:rPr>
              <a:t>Every card answers six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EF7"/>
                </a:solidFill>
                <a:latin typeface="Calibri"/>
              </a:rPr>
              <a:t>What happened?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4BB"/>
                </a:solidFill>
                <a:latin typeface="Calibri"/>
              </a:rPr>
              <a:t>executive_summary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EF7"/>
                </a:solidFill>
                <a:latin typeface="Calibri"/>
              </a:rPr>
              <a:t>Why ranked here?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4BB"/>
                </a:solidFill>
                <a:latin typeface="Calibri"/>
              </a:rPr>
              <a:t>why_prioritized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73736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EF7"/>
                </a:solidFill>
                <a:latin typeface="Calibri"/>
              </a:rPr>
              <a:t>Why this ranks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4BB"/>
                </a:solidFill>
                <a:latin typeface="Calibri"/>
              </a:rPr>
              <a:t>contrastive_explanation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6907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EF7"/>
                </a:solidFill>
                <a:latin typeface="Calibri"/>
              </a:rPr>
              <a:t>Why maybe real?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091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4BB"/>
                </a:solidFill>
                <a:latin typeface="Calibri"/>
              </a:rPr>
              <a:t>why_not_false_positive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749039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06907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EF7"/>
                </a:solidFill>
                <a:latin typeface="Calibri"/>
              </a:rPr>
              <a:t>How did it evolve?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7091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4BB"/>
                </a:solidFill>
                <a:latin typeface="Calibri"/>
              </a:rPr>
              <a:t>attack_timeline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3749039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406907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EF7"/>
                </a:solidFill>
                <a:latin typeface="Calibri"/>
              </a:rPr>
              <a:t>What next?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47091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4BB"/>
                </a:solidFill>
                <a:latin typeface="Calibri"/>
              </a:rPr>
              <a:t>recommended_actions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3A4BB"/>
                </a:solidFill>
                <a:latin typeface="Calibri"/>
              </a:rPr>
              <a:t>QUICK START · PYTHON 3.12+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7"/>
                </a:solidFill>
                <a:latin typeface="Calibri"/>
              </a:rPr>
              <a:t>Run the demo in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72800" cy="3291840"/>
          </a:xfrm>
          <a:prstGeom prst="roundRect">
            <a:avLst>
              <a:gd name="adj" fmla="val 8000"/>
            </a:avLst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EE0A8"/>
                </a:solidFill>
                <a:latin typeface="Calibri"/>
              </a:rPr>
              <a:t>python -m venv .venv &amp;&amp; source .venv/bin/activate
pip install -r requirements.txt
python data/generate_synthetic_data.py
pytest -q
streamlit run app.py
python legacy_siem/app.py   # optional legacy foil on :8502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3A4BB"/>
                </a:solidFill>
                <a:latin typeface="Calibri"/>
              </a:rPr>
              <a:t>Same seed → same ranks, scores, attribution, and config hash every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ONE-LINE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Calibri"/>
              </a:rPr>
              <a:t>Severity × volume ranked the scanner first.
Risk × progression × blast ranked the real breach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4BB"/>
                </a:solidFill>
                <a:latin typeface="Calibri"/>
              </a:rPr>
              <a:t>ZeroNoise · offline deterministic triage · ZN-RISK-1.0
Generated from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